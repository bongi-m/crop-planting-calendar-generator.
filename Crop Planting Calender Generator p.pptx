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65" r:id="rId4"/>
    <p:sldId id="258" r:id="rId5"/>
    <p:sldId id="259" r:id="rId6"/>
    <p:sldId id="262" r:id="rId7"/>
    <p:sldId id="263" r:id="rId8"/>
    <p:sldId id="264" r:id="rId9"/>
    <p:sldId id="267"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ADD105-6320-4813-A952-F1D8CFFCEEC2}" v="3" dt="2026-01-29T13:16:58.443"/>
    <p1510:client id="{BF79A005-51AC-745B-D10B-D0A64519A837}" v="24" dt="2026-01-28T06:48:20.9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102"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7E4AEB-A0CE-4223-8B0F-9C8E7AD78B17}"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0ABEB2F2-9930-4281-9D0B-3CBD669E676C}">
      <dgm:prSet custT="1"/>
      <dgm:spPr/>
      <dgm:t>
        <a:bodyPr/>
        <a:lstStyle/>
        <a:p>
          <a:r>
            <a:rPr lang="en-US" sz="2800">
              <a:latin typeface="Calibri" panose="020F0502020204030204" pitchFamily="34" charset="0"/>
            </a:rPr>
            <a:t>Many farmers struggle to know the correct planting time</a:t>
          </a:r>
        </a:p>
      </dgm:t>
    </dgm:pt>
    <dgm:pt modelId="{72EB61CD-3D15-452A-BCAC-DAD32AA469AD}" type="parTrans" cxnId="{F8C9C626-1AA1-42F3-B39F-5E249D16DE5B}">
      <dgm:prSet/>
      <dgm:spPr/>
      <dgm:t>
        <a:bodyPr/>
        <a:lstStyle/>
        <a:p>
          <a:endParaRPr lang="en-US" sz="2800">
            <a:latin typeface="Calibri" panose="020F0502020204030204" pitchFamily="34" charset="0"/>
          </a:endParaRPr>
        </a:p>
      </dgm:t>
    </dgm:pt>
    <dgm:pt modelId="{1AD7852D-F3B2-47B9-AF0D-E5F47474C9F6}" type="sibTrans" cxnId="{F8C9C626-1AA1-42F3-B39F-5E249D16DE5B}">
      <dgm:prSet/>
      <dgm:spPr/>
      <dgm:t>
        <a:bodyPr/>
        <a:lstStyle/>
        <a:p>
          <a:endParaRPr lang="en-US" sz="2800">
            <a:latin typeface="Calibri" panose="020F0502020204030204" pitchFamily="34" charset="0"/>
          </a:endParaRPr>
        </a:p>
      </dgm:t>
    </dgm:pt>
    <dgm:pt modelId="{4E1F173A-89FF-41DF-8565-026D321CC15D}">
      <dgm:prSet custT="1"/>
      <dgm:spPr/>
      <dgm:t>
        <a:bodyPr/>
        <a:lstStyle/>
        <a:p>
          <a:r>
            <a:rPr lang="en-US" sz="2800">
              <a:latin typeface="Calibri" panose="020F0502020204030204" pitchFamily="34" charset="0"/>
            </a:rPr>
            <a:t>Climate change has made seasons  unpredictable</a:t>
          </a:r>
        </a:p>
      </dgm:t>
    </dgm:pt>
    <dgm:pt modelId="{02A15F03-9B0A-437E-A776-96FC8C105954}" type="parTrans" cxnId="{7A14D1C9-52C6-402C-A3C1-08AEB5EBA15A}">
      <dgm:prSet/>
      <dgm:spPr/>
      <dgm:t>
        <a:bodyPr/>
        <a:lstStyle/>
        <a:p>
          <a:endParaRPr lang="en-US" sz="2800">
            <a:latin typeface="Calibri" panose="020F0502020204030204" pitchFamily="34" charset="0"/>
          </a:endParaRPr>
        </a:p>
      </dgm:t>
    </dgm:pt>
    <dgm:pt modelId="{24446273-3AC6-491E-B073-0AE468662163}" type="sibTrans" cxnId="{7A14D1C9-52C6-402C-A3C1-08AEB5EBA15A}">
      <dgm:prSet/>
      <dgm:spPr/>
      <dgm:t>
        <a:bodyPr/>
        <a:lstStyle/>
        <a:p>
          <a:endParaRPr lang="en-US" sz="2800">
            <a:latin typeface="Calibri" panose="020F0502020204030204" pitchFamily="34" charset="0"/>
          </a:endParaRPr>
        </a:p>
      </dgm:t>
    </dgm:pt>
    <dgm:pt modelId="{A277986A-E3C9-4ECB-A37F-C26D47AB629F}">
      <dgm:prSet custT="1"/>
      <dgm:spPr/>
      <dgm:t>
        <a:bodyPr/>
        <a:lstStyle/>
        <a:p>
          <a:r>
            <a:rPr lang="en-US" sz="2800">
              <a:latin typeface="Calibri" panose="020F0502020204030204" pitchFamily="34" charset="0"/>
            </a:rPr>
            <a:t>Planting at the wrong time leads to :</a:t>
          </a:r>
        </a:p>
      </dgm:t>
    </dgm:pt>
    <dgm:pt modelId="{23012E9B-5529-4A40-8931-E49352CEC8FB}" type="parTrans" cxnId="{BB6F31CB-AF06-4E29-9A3C-7E9DD9CD0D80}">
      <dgm:prSet/>
      <dgm:spPr/>
      <dgm:t>
        <a:bodyPr/>
        <a:lstStyle/>
        <a:p>
          <a:endParaRPr lang="en-US" sz="2800">
            <a:latin typeface="Calibri" panose="020F0502020204030204" pitchFamily="34" charset="0"/>
          </a:endParaRPr>
        </a:p>
      </dgm:t>
    </dgm:pt>
    <dgm:pt modelId="{E736B507-ECB5-4620-B458-14A0714D4916}" type="sibTrans" cxnId="{BB6F31CB-AF06-4E29-9A3C-7E9DD9CD0D80}">
      <dgm:prSet/>
      <dgm:spPr/>
      <dgm:t>
        <a:bodyPr/>
        <a:lstStyle/>
        <a:p>
          <a:endParaRPr lang="en-US" sz="2800">
            <a:latin typeface="Calibri" panose="020F0502020204030204" pitchFamily="34" charset="0"/>
          </a:endParaRPr>
        </a:p>
      </dgm:t>
    </dgm:pt>
    <dgm:pt modelId="{FE799DAF-7AF1-4A8E-B2BD-BFECA580DF2E}">
      <dgm:prSet custT="1"/>
      <dgm:spPr/>
      <dgm:t>
        <a:bodyPr/>
        <a:lstStyle/>
        <a:p>
          <a:r>
            <a:rPr lang="en-US" sz="2800">
              <a:latin typeface="Calibri" panose="020F0502020204030204" pitchFamily="34" charset="0"/>
            </a:rPr>
            <a:t>Low yield </a:t>
          </a:r>
        </a:p>
      </dgm:t>
    </dgm:pt>
    <dgm:pt modelId="{29408523-664E-432B-946E-8CC8FB25DDA6}" type="parTrans" cxnId="{B4D4B1F3-F7B8-4A93-AE0B-81BCC1756F69}">
      <dgm:prSet/>
      <dgm:spPr/>
      <dgm:t>
        <a:bodyPr/>
        <a:lstStyle/>
        <a:p>
          <a:endParaRPr lang="en-US" sz="2800">
            <a:latin typeface="Calibri" panose="020F0502020204030204" pitchFamily="34" charset="0"/>
          </a:endParaRPr>
        </a:p>
      </dgm:t>
    </dgm:pt>
    <dgm:pt modelId="{54424BE3-77F6-442C-B443-5B5F7FB250DD}" type="sibTrans" cxnId="{B4D4B1F3-F7B8-4A93-AE0B-81BCC1756F69}">
      <dgm:prSet/>
      <dgm:spPr/>
      <dgm:t>
        <a:bodyPr/>
        <a:lstStyle/>
        <a:p>
          <a:endParaRPr lang="en-US" sz="2800">
            <a:latin typeface="Calibri" panose="020F0502020204030204" pitchFamily="34" charset="0"/>
          </a:endParaRPr>
        </a:p>
      </dgm:t>
    </dgm:pt>
    <dgm:pt modelId="{268CC563-F3B9-464E-8A6D-8DA1623C4858}">
      <dgm:prSet custT="1"/>
      <dgm:spPr/>
      <dgm:t>
        <a:bodyPr/>
        <a:lstStyle/>
        <a:p>
          <a:r>
            <a:rPr lang="en-US" sz="2800">
              <a:latin typeface="Calibri" panose="020F0502020204030204" pitchFamily="34" charset="0"/>
            </a:rPr>
            <a:t>Financial losses</a:t>
          </a:r>
        </a:p>
      </dgm:t>
    </dgm:pt>
    <dgm:pt modelId="{52F1868B-E358-4F5B-AC56-6F4F3D2740A8}" type="parTrans" cxnId="{84A028D3-F0B3-40D0-9AE6-6C0EF0D61332}">
      <dgm:prSet/>
      <dgm:spPr/>
      <dgm:t>
        <a:bodyPr/>
        <a:lstStyle/>
        <a:p>
          <a:endParaRPr lang="en-US" sz="2800">
            <a:latin typeface="Calibri" panose="020F0502020204030204" pitchFamily="34" charset="0"/>
          </a:endParaRPr>
        </a:p>
      </dgm:t>
    </dgm:pt>
    <dgm:pt modelId="{AEC86C31-2ACA-4184-9B11-F485B6086E95}" type="sibTrans" cxnId="{84A028D3-F0B3-40D0-9AE6-6C0EF0D61332}">
      <dgm:prSet/>
      <dgm:spPr/>
      <dgm:t>
        <a:bodyPr/>
        <a:lstStyle/>
        <a:p>
          <a:endParaRPr lang="en-US" sz="2800">
            <a:latin typeface="Calibri" panose="020F0502020204030204" pitchFamily="34" charset="0"/>
          </a:endParaRPr>
        </a:p>
      </dgm:t>
    </dgm:pt>
    <dgm:pt modelId="{791FC8AF-FDAF-474C-820B-D27CE8FB46F7}">
      <dgm:prSet custT="1"/>
      <dgm:spPr/>
      <dgm:t>
        <a:bodyPr/>
        <a:lstStyle/>
        <a:p>
          <a:r>
            <a:rPr lang="en-US" sz="2800">
              <a:latin typeface="Calibri" panose="020F0502020204030204" pitchFamily="34" charset="0"/>
            </a:rPr>
            <a:t>Crop failure </a:t>
          </a:r>
        </a:p>
      </dgm:t>
    </dgm:pt>
    <dgm:pt modelId="{674CD503-71E7-48BF-B20A-65C1A0160338}" type="parTrans" cxnId="{219A8FCF-308B-493B-AE59-91307F797DFB}">
      <dgm:prSet/>
      <dgm:spPr/>
      <dgm:t>
        <a:bodyPr/>
        <a:lstStyle/>
        <a:p>
          <a:endParaRPr lang="en-US" sz="2800">
            <a:latin typeface="Calibri" panose="020F0502020204030204" pitchFamily="34" charset="0"/>
          </a:endParaRPr>
        </a:p>
      </dgm:t>
    </dgm:pt>
    <dgm:pt modelId="{A5A06936-37E8-44DD-A53B-521D550EC098}" type="sibTrans" cxnId="{219A8FCF-308B-493B-AE59-91307F797DFB}">
      <dgm:prSet/>
      <dgm:spPr/>
      <dgm:t>
        <a:bodyPr/>
        <a:lstStyle/>
        <a:p>
          <a:endParaRPr lang="en-US" sz="2800">
            <a:latin typeface="Calibri" panose="020F0502020204030204" pitchFamily="34" charset="0"/>
          </a:endParaRPr>
        </a:p>
      </dgm:t>
    </dgm:pt>
    <dgm:pt modelId="{A22D79E3-BB07-4FA7-A60A-C8B92034FAB3}" type="pres">
      <dgm:prSet presAssocID="{7D7E4AEB-A0CE-4223-8B0F-9C8E7AD78B17}" presName="vert0" presStyleCnt="0">
        <dgm:presLayoutVars>
          <dgm:dir/>
          <dgm:animOne val="branch"/>
          <dgm:animLvl val="lvl"/>
        </dgm:presLayoutVars>
      </dgm:prSet>
      <dgm:spPr/>
    </dgm:pt>
    <dgm:pt modelId="{E8D5CCD1-A423-42F9-943B-E0ADEA5DB745}" type="pres">
      <dgm:prSet presAssocID="{0ABEB2F2-9930-4281-9D0B-3CBD669E676C}" presName="thickLine" presStyleLbl="alignNode1" presStyleIdx="0" presStyleCnt="6"/>
      <dgm:spPr/>
    </dgm:pt>
    <dgm:pt modelId="{1880237E-6DA0-4BA6-8DB0-D15D3E64E531}" type="pres">
      <dgm:prSet presAssocID="{0ABEB2F2-9930-4281-9D0B-3CBD669E676C}" presName="horz1" presStyleCnt="0"/>
      <dgm:spPr/>
    </dgm:pt>
    <dgm:pt modelId="{DE885236-21A1-4917-8823-A0C75DDD685E}" type="pres">
      <dgm:prSet presAssocID="{0ABEB2F2-9930-4281-9D0B-3CBD669E676C}" presName="tx1" presStyleLbl="revTx" presStyleIdx="0" presStyleCnt="6"/>
      <dgm:spPr/>
    </dgm:pt>
    <dgm:pt modelId="{68B68E61-A410-48DA-99AE-140EA7444614}" type="pres">
      <dgm:prSet presAssocID="{0ABEB2F2-9930-4281-9D0B-3CBD669E676C}" presName="vert1" presStyleCnt="0"/>
      <dgm:spPr/>
    </dgm:pt>
    <dgm:pt modelId="{71AC19C7-8C31-45C5-9531-FF977ABCF430}" type="pres">
      <dgm:prSet presAssocID="{4E1F173A-89FF-41DF-8565-026D321CC15D}" presName="thickLine" presStyleLbl="alignNode1" presStyleIdx="1" presStyleCnt="6"/>
      <dgm:spPr/>
    </dgm:pt>
    <dgm:pt modelId="{D8D4DE28-2FBB-4E53-906A-E8573D6EA034}" type="pres">
      <dgm:prSet presAssocID="{4E1F173A-89FF-41DF-8565-026D321CC15D}" presName="horz1" presStyleCnt="0"/>
      <dgm:spPr/>
    </dgm:pt>
    <dgm:pt modelId="{01793D9A-5C55-40AF-BDAB-B75631B7351A}" type="pres">
      <dgm:prSet presAssocID="{4E1F173A-89FF-41DF-8565-026D321CC15D}" presName="tx1" presStyleLbl="revTx" presStyleIdx="1" presStyleCnt="6"/>
      <dgm:spPr/>
    </dgm:pt>
    <dgm:pt modelId="{BF6F41FC-7E37-4825-BB4B-D2B57F126E8E}" type="pres">
      <dgm:prSet presAssocID="{4E1F173A-89FF-41DF-8565-026D321CC15D}" presName="vert1" presStyleCnt="0"/>
      <dgm:spPr/>
    </dgm:pt>
    <dgm:pt modelId="{633F2F05-D799-47DC-AF14-028432B79E69}" type="pres">
      <dgm:prSet presAssocID="{A277986A-E3C9-4ECB-A37F-C26D47AB629F}" presName="thickLine" presStyleLbl="alignNode1" presStyleIdx="2" presStyleCnt="6"/>
      <dgm:spPr/>
    </dgm:pt>
    <dgm:pt modelId="{581C2BE5-3CB5-4A99-A0E7-3F1DEE8E1A91}" type="pres">
      <dgm:prSet presAssocID="{A277986A-E3C9-4ECB-A37F-C26D47AB629F}" presName="horz1" presStyleCnt="0"/>
      <dgm:spPr/>
    </dgm:pt>
    <dgm:pt modelId="{B4699B36-DE64-414A-B4B9-927DCD2D5B31}" type="pres">
      <dgm:prSet presAssocID="{A277986A-E3C9-4ECB-A37F-C26D47AB629F}" presName="tx1" presStyleLbl="revTx" presStyleIdx="2" presStyleCnt="6"/>
      <dgm:spPr/>
    </dgm:pt>
    <dgm:pt modelId="{B9D9425D-921B-4757-BA98-746C2147447F}" type="pres">
      <dgm:prSet presAssocID="{A277986A-E3C9-4ECB-A37F-C26D47AB629F}" presName="vert1" presStyleCnt="0"/>
      <dgm:spPr/>
    </dgm:pt>
    <dgm:pt modelId="{9A2FC072-48F1-4642-B171-966B9BD7BBCF}" type="pres">
      <dgm:prSet presAssocID="{FE799DAF-7AF1-4A8E-B2BD-BFECA580DF2E}" presName="thickLine" presStyleLbl="alignNode1" presStyleIdx="3" presStyleCnt="6"/>
      <dgm:spPr/>
    </dgm:pt>
    <dgm:pt modelId="{E7E818CE-E527-4D85-8148-D83101221C55}" type="pres">
      <dgm:prSet presAssocID="{FE799DAF-7AF1-4A8E-B2BD-BFECA580DF2E}" presName="horz1" presStyleCnt="0"/>
      <dgm:spPr/>
    </dgm:pt>
    <dgm:pt modelId="{DDFF7AC8-C17B-4D1C-869D-479DD57874F6}" type="pres">
      <dgm:prSet presAssocID="{FE799DAF-7AF1-4A8E-B2BD-BFECA580DF2E}" presName="tx1" presStyleLbl="revTx" presStyleIdx="3" presStyleCnt="6"/>
      <dgm:spPr/>
    </dgm:pt>
    <dgm:pt modelId="{B405C95A-BB57-4ADD-ADA4-3DDC719247B3}" type="pres">
      <dgm:prSet presAssocID="{FE799DAF-7AF1-4A8E-B2BD-BFECA580DF2E}" presName="vert1" presStyleCnt="0"/>
      <dgm:spPr/>
    </dgm:pt>
    <dgm:pt modelId="{7A6BFBC3-823E-464C-A5C8-42AD3242A3CA}" type="pres">
      <dgm:prSet presAssocID="{268CC563-F3B9-464E-8A6D-8DA1623C4858}" presName="thickLine" presStyleLbl="alignNode1" presStyleIdx="4" presStyleCnt="6"/>
      <dgm:spPr/>
    </dgm:pt>
    <dgm:pt modelId="{26C3D062-26E9-40C4-8EA1-1CA15529F0CB}" type="pres">
      <dgm:prSet presAssocID="{268CC563-F3B9-464E-8A6D-8DA1623C4858}" presName="horz1" presStyleCnt="0"/>
      <dgm:spPr/>
    </dgm:pt>
    <dgm:pt modelId="{7C195CCB-1318-446F-B2FD-3A6430BA0186}" type="pres">
      <dgm:prSet presAssocID="{268CC563-F3B9-464E-8A6D-8DA1623C4858}" presName="tx1" presStyleLbl="revTx" presStyleIdx="4" presStyleCnt="6"/>
      <dgm:spPr/>
    </dgm:pt>
    <dgm:pt modelId="{62C29EB5-A849-430B-B7D6-CD0B5AE6712E}" type="pres">
      <dgm:prSet presAssocID="{268CC563-F3B9-464E-8A6D-8DA1623C4858}" presName="vert1" presStyleCnt="0"/>
      <dgm:spPr/>
    </dgm:pt>
    <dgm:pt modelId="{81F175E2-33E5-4046-8CEF-C5C9F218EA33}" type="pres">
      <dgm:prSet presAssocID="{791FC8AF-FDAF-474C-820B-D27CE8FB46F7}" presName="thickLine" presStyleLbl="alignNode1" presStyleIdx="5" presStyleCnt="6"/>
      <dgm:spPr/>
    </dgm:pt>
    <dgm:pt modelId="{34ADDADE-9BDB-4D4D-AB94-C767A6ACC43F}" type="pres">
      <dgm:prSet presAssocID="{791FC8AF-FDAF-474C-820B-D27CE8FB46F7}" presName="horz1" presStyleCnt="0"/>
      <dgm:spPr/>
    </dgm:pt>
    <dgm:pt modelId="{4062333E-75DF-476F-A4F8-1A758BC8149C}" type="pres">
      <dgm:prSet presAssocID="{791FC8AF-FDAF-474C-820B-D27CE8FB46F7}" presName="tx1" presStyleLbl="revTx" presStyleIdx="5" presStyleCnt="6"/>
      <dgm:spPr/>
    </dgm:pt>
    <dgm:pt modelId="{DAAD0073-D727-400E-82A4-CAA17E7DCDFB}" type="pres">
      <dgm:prSet presAssocID="{791FC8AF-FDAF-474C-820B-D27CE8FB46F7}" presName="vert1" presStyleCnt="0"/>
      <dgm:spPr/>
    </dgm:pt>
  </dgm:ptLst>
  <dgm:cxnLst>
    <dgm:cxn modelId="{F8C9C626-1AA1-42F3-B39F-5E249D16DE5B}" srcId="{7D7E4AEB-A0CE-4223-8B0F-9C8E7AD78B17}" destId="{0ABEB2F2-9930-4281-9D0B-3CBD669E676C}" srcOrd="0" destOrd="0" parTransId="{72EB61CD-3D15-452A-BCAC-DAD32AA469AD}" sibTransId="{1AD7852D-F3B2-47B9-AF0D-E5F47474C9F6}"/>
    <dgm:cxn modelId="{E6EAB963-ABF9-4FC6-A63D-3D48BA22041C}" type="presOf" srcId="{7D7E4AEB-A0CE-4223-8B0F-9C8E7AD78B17}" destId="{A22D79E3-BB07-4FA7-A60A-C8B92034FAB3}" srcOrd="0" destOrd="0" presId="urn:microsoft.com/office/officeart/2008/layout/LinedList"/>
    <dgm:cxn modelId="{0312EF63-8234-44FF-A548-043B4A2E9DC9}" type="presOf" srcId="{4E1F173A-89FF-41DF-8565-026D321CC15D}" destId="{01793D9A-5C55-40AF-BDAB-B75631B7351A}" srcOrd="0" destOrd="0" presId="urn:microsoft.com/office/officeart/2008/layout/LinedList"/>
    <dgm:cxn modelId="{DDB5174B-804C-4260-907D-35159699F1C1}" type="presOf" srcId="{A277986A-E3C9-4ECB-A37F-C26D47AB629F}" destId="{B4699B36-DE64-414A-B4B9-927DCD2D5B31}" srcOrd="0" destOrd="0" presId="urn:microsoft.com/office/officeart/2008/layout/LinedList"/>
    <dgm:cxn modelId="{A034258D-5218-4690-ABD9-44A297F96525}" type="presOf" srcId="{FE799DAF-7AF1-4A8E-B2BD-BFECA580DF2E}" destId="{DDFF7AC8-C17B-4D1C-869D-479DD57874F6}" srcOrd="0" destOrd="0" presId="urn:microsoft.com/office/officeart/2008/layout/LinedList"/>
    <dgm:cxn modelId="{9F3BC5B0-3D92-4A95-9D0D-922647FB02E5}" type="presOf" srcId="{268CC563-F3B9-464E-8A6D-8DA1623C4858}" destId="{7C195CCB-1318-446F-B2FD-3A6430BA0186}" srcOrd="0" destOrd="0" presId="urn:microsoft.com/office/officeart/2008/layout/LinedList"/>
    <dgm:cxn modelId="{7A14D1C9-52C6-402C-A3C1-08AEB5EBA15A}" srcId="{7D7E4AEB-A0CE-4223-8B0F-9C8E7AD78B17}" destId="{4E1F173A-89FF-41DF-8565-026D321CC15D}" srcOrd="1" destOrd="0" parTransId="{02A15F03-9B0A-437E-A776-96FC8C105954}" sibTransId="{24446273-3AC6-491E-B073-0AE468662163}"/>
    <dgm:cxn modelId="{BB6F31CB-AF06-4E29-9A3C-7E9DD9CD0D80}" srcId="{7D7E4AEB-A0CE-4223-8B0F-9C8E7AD78B17}" destId="{A277986A-E3C9-4ECB-A37F-C26D47AB629F}" srcOrd="2" destOrd="0" parTransId="{23012E9B-5529-4A40-8931-E49352CEC8FB}" sibTransId="{E736B507-ECB5-4620-B458-14A0714D4916}"/>
    <dgm:cxn modelId="{219A8FCF-308B-493B-AE59-91307F797DFB}" srcId="{7D7E4AEB-A0CE-4223-8B0F-9C8E7AD78B17}" destId="{791FC8AF-FDAF-474C-820B-D27CE8FB46F7}" srcOrd="5" destOrd="0" parTransId="{674CD503-71E7-48BF-B20A-65C1A0160338}" sibTransId="{A5A06936-37E8-44DD-A53B-521D550EC098}"/>
    <dgm:cxn modelId="{84A028D3-F0B3-40D0-9AE6-6C0EF0D61332}" srcId="{7D7E4AEB-A0CE-4223-8B0F-9C8E7AD78B17}" destId="{268CC563-F3B9-464E-8A6D-8DA1623C4858}" srcOrd="4" destOrd="0" parTransId="{52F1868B-E358-4F5B-AC56-6F4F3D2740A8}" sibTransId="{AEC86C31-2ACA-4184-9B11-F485B6086E95}"/>
    <dgm:cxn modelId="{0310E4E3-FE40-4DC5-8EEF-5C4E7A39C4C0}" type="presOf" srcId="{791FC8AF-FDAF-474C-820B-D27CE8FB46F7}" destId="{4062333E-75DF-476F-A4F8-1A758BC8149C}" srcOrd="0" destOrd="0" presId="urn:microsoft.com/office/officeart/2008/layout/LinedList"/>
    <dgm:cxn modelId="{E554F4EA-DD03-4397-BF2C-205F01B18C2E}" type="presOf" srcId="{0ABEB2F2-9930-4281-9D0B-3CBD669E676C}" destId="{DE885236-21A1-4917-8823-A0C75DDD685E}" srcOrd="0" destOrd="0" presId="urn:microsoft.com/office/officeart/2008/layout/LinedList"/>
    <dgm:cxn modelId="{B4D4B1F3-F7B8-4A93-AE0B-81BCC1756F69}" srcId="{7D7E4AEB-A0CE-4223-8B0F-9C8E7AD78B17}" destId="{FE799DAF-7AF1-4A8E-B2BD-BFECA580DF2E}" srcOrd="3" destOrd="0" parTransId="{29408523-664E-432B-946E-8CC8FB25DDA6}" sibTransId="{54424BE3-77F6-442C-B443-5B5F7FB250DD}"/>
    <dgm:cxn modelId="{16FA2C01-E29F-4C65-B1DE-8F06AFAFE48A}" type="presParOf" srcId="{A22D79E3-BB07-4FA7-A60A-C8B92034FAB3}" destId="{E8D5CCD1-A423-42F9-943B-E0ADEA5DB745}" srcOrd="0" destOrd="0" presId="urn:microsoft.com/office/officeart/2008/layout/LinedList"/>
    <dgm:cxn modelId="{16C7D874-46EE-44B6-BD8F-EA77FB6C1660}" type="presParOf" srcId="{A22D79E3-BB07-4FA7-A60A-C8B92034FAB3}" destId="{1880237E-6DA0-4BA6-8DB0-D15D3E64E531}" srcOrd="1" destOrd="0" presId="urn:microsoft.com/office/officeart/2008/layout/LinedList"/>
    <dgm:cxn modelId="{BDAFE612-75DD-467B-8977-C120159D13BC}" type="presParOf" srcId="{1880237E-6DA0-4BA6-8DB0-D15D3E64E531}" destId="{DE885236-21A1-4917-8823-A0C75DDD685E}" srcOrd="0" destOrd="0" presId="urn:microsoft.com/office/officeart/2008/layout/LinedList"/>
    <dgm:cxn modelId="{3EF3163F-8326-4785-9AA0-BF7665D5A087}" type="presParOf" srcId="{1880237E-6DA0-4BA6-8DB0-D15D3E64E531}" destId="{68B68E61-A410-48DA-99AE-140EA7444614}" srcOrd="1" destOrd="0" presId="urn:microsoft.com/office/officeart/2008/layout/LinedList"/>
    <dgm:cxn modelId="{F96DA951-05DE-41A7-913F-58EF3B2093AD}" type="presParOf" srcId="{A22D79E3-BB07-4FA7-A60A-C8B92034FAB3}" destId="{71AC19C7-8C31-45C5-9531-FF977ABCF430}" srcOrd="2" destOrd="0" presId="urn:microsoft.com/office/officeart/2008/layout/LinedList"/>
    <dgm:cxn modelId="{42F62D79-22F7-4613-8A39-3DF47E58B65A}" type="presParOf" srcId="{A22D79E3-BB07-4FA7-A60A-C8B92034FAB3}" destId="{D8D4DE28-2FBB-4E53-906A-E8573D6EA034}" srcOrd="3" destOrd="0" presId="urn:microsoft.com/office/officeart/2008/layout/LinedList"/>
    <dgm:cxn modelId="{D393C95F-92C4-4C36-95E6-83076FFE1C4D}" type="presParOf" srcId="{D8D4DE28-2FBB-4E53-906A-E8573D6EA034}" destId="{01793D9A-5C55-40AF-BDAB-B75631B7351A}" srcOrd="0" destOrd="0" presId="urn:microsoft.com/office/officeart/2008/layout/LinedList"/>
    <dgm:cxn modelId="{3EB5E0E2-A019-43B7-9344-A23CF1A616BD}" type="presParOf" srcId="{D8D4DE28-2FBB-4E53-906A-E8573D6EA034}" destId="{BF6F41FC-7E37-4825-BB4B-D2B57F126E8E}" srcOrd="1" destOrd="0" presId="urn:microsoft.com/office/officeart/2008/layout/LinedList"/>
    <dgm:cxn modelId="{2C91B183-AC65-49C4-BB94-F2DC7D210A23}" type="presParOf" srcId="{A22D79E3-BB07-4FA7-A60A-C8B92034FAB3}" destId="{633F2F05-D799-47DC-AF14-028432B79E69}" srcOrd="4" destOrd="0" presId="urn:microsoft.com/office/officeart/2008/layout/LinedList"/>
    <dgm:cxn modelId="{4DEC738B-7B5E-46E6-991D-1AD2D0A73241}" type="presParOf" srcId="{A22D79E3-BB07-4FA7-A60A-C8B92034FAB3}" destId="{581C2BE5-3CB5-4A99-A0E7-3F1DEE8E1A91}" srcOrd="5" destOrd="0" presId="urn:microsoft.com/office/officeart/2008/layout/LinedList"/>
    <dgm:cxn modelId="{91E42BBE-F9AD-47E5-A898-3B926AAB7F32}" type="presParOf" srcId="{581C2BE5-3CB5-4A99-A0E7-3F1DEE8E1A91}" destId="{B4699B36-DE64-414A-B4B9-927DCD2D5B31}" srcOrd="0" destOrd="0" presId="urn:microsoft.com/office/officeart/2008/layout/LinedList"/>
    <dgm:cxn modelId="{5BBFEF7D-0355-4787-9967-859E0B162CEF}" type="presParOf" srcId="{581C2BE5-3CB5-4A99-A0E7-3F1DEE8E1A91}" destId="{B9D9425D-921B-4757-BA98-746C2147447F}" srcOrd="1" destOrd="0" presId="urn:microsoft.com/office/officeart/2008/layout/LinedList"/>
    <dgm:cxn modelId="{4E28808C-8FF4-4413-9B89-F5A3816BCD67}" type="presParOf" srcId="{A22D79E3-BB07-4FA7-A60A-C8B92034FAB3}" destId="{9A2FC072-48F1-4642-B171-966B9BD7BBCF}" srcOrd="6" destOrd="0" presId="urn:microsoft.com/office/officeart/2008/layout/LinedList"/>
    <dgm:cxn modelId="{5387D7BB-B5EA-4EA2-B908-1031759A6E05}" type="presParOf" srcId="{A22D79E3-BB07-4FA7-A60A-C8B92034FAB3}" destId="{E7E818CE-E527-4D85-8148-D83101221C55}" srcOrd="7" destOrd="0" presId="urn:microsoft.com/office/officeart/2008/layout/LinedList"/>
    <dgm:cxn modelId="{F2FF230C-B4F8-4011-9779-FD0CA6EE614D}" type="presParOf" srcId="{E7E818CE-E527-4D85-8148-D83101221C55}" destId="{DDFF7AC8-C17B-4D1C-869D-479DD57874F6}" srcOrd="0" destOrd="0" presId="urn:microsoft.com/office/officeart/2008/layout/LinedList"/>
    <dgm:cxn modelId="{8C0C296B-C2C6-44B6-A22D-E9985ABA5C65}" type="presParOf" srcId="{E7E818CE-E527-4D85-8148-D83101221C55}" destId="{B405C95A-BB57-4ADD-ADA4-3DDC719247B3}" srcOrd="1" destOrd="0" presId="urn:microsoft.com/office/officeart/2008/layout/LinedList"/>
    <dgm:cxn modelId="{3FB1E917-EBFC-4807-BC0E-B56D84DC231A}" type="presParOf" srcId="{A22D79E3-BB07-4FA7-A60A-C8B92034FAB3}" destId="{7A6BFBC3-823E-464C-A5C8-42AD3242A3CA}" srcOrd="8" destOrd="0" presId="urn:microsoft.com/office/officeart/2008/layout/LinedList"/>
    <dgm:cxn modelId="{65418A59-6E5C-4F8E-84DD-A0CCAEE76DED}" type="presParOf" srcId="{A22D79E3-BB07-4FA7-A60A-C8B92034FAB3}" destId="{26C3D062-26E9-40C4-8EA1-1CA15529F0CB}" srcOrd="9" destOrd="0" presId="urn:microsoft.com/office/officeart/2008/layout/LinedList"/>
    <dgm:cxn modelId="{0EF6F3F6-A523-433F-BC65-E32561AFADD3}" type="presParOf" srcId="{26C3D062-26E9-40C4-8EA1-1CA15529F0CB}" destId="{7C195CCB-1318-446F-B2FD-3A6430BA0186}" srcOrd="0" destOrd="0" presId="urn:microsoft.com/office/officeart/2008/layout/LinedList"/>
    <dgm:cxn modelId="{60EEF9F9-19B5-480C-BB57-17FDCE13A02C}" type="presParOf" srcId="{26C3D062-26E9-40C4-8EA1-1CA15529F0CB}" destId="{62C29EB5-A849-430B-B7D6-CD0B5AE6712E}" srcOrd="1" destOrd="0" presId="urn:microsoft.com/office/officeart/2008/layout/LinedList"/>
    <dgm:cxn modelId="{08865203-C43A-4AC8-9997-85FF3E3BEE9B}" type="presParOf" srcId="{A22D79E3-BB07-4FA7-A60A-C8B92034FAB3}" destId="{81F175E2-33E5-4046-8CEF-C5C9F218EA33}" srcOrd="10" destOrd="0" presId="urn:microsoft.com/office/officeart/2008/layout/LinedList"/>
    <dgm:cxn modelId="{204B7F7C-AF96-4FE2-B0EA-3FCDF7346D83}" type="presParOf" srcId="{A22D79E3-BB07-4FA7-A60A-C8B92034FAB3}" destId="{34ADDADE-9BDB-4D4D-AB94-C767A6ACC43F}" srcOrd="11" destOrd="0" presId="urn:microsoft.com/office/officeart/2008/layout/LinedList"/>
    <dgm:cxn modelId="{585A6E17-836A-46A5-8A06-52B2264C19DF}" type="presParOf" srcId="{34ADDADE-9BDB-4D4D-AB94-C767A6ACC43F}" destId="{4062333E-75DF-476F-A4F8-1A758BC8149C}" srcOrd="0" destOrd="0" presId="urn:microsoft.com/office/officeart/2008/layout/LinedList"/>
    <dgm:cxn modelId="{675B1357-E6F5-4FAB-AF9D-0F487F97AEA8}" type="presParOf" srcId="{34ADDADE-9BDB-4D4D-AB94-C767A6ACC43F}" destId="{DAAD0073-D727-400E-82A4-CAA17E7DCDF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D5CCD1-A423-42F9-943B-E0ADEA5DB745}">
      <dsp:nvSpPr>
        <dsp:cNvPr id="0" name=""/>
        <dsp:cNvSpPr/>
      </dsp:nvSpPr>
      <dsp:spPr>
        <a:xfrm>
          <a:off x="0" y="2446"/>
          <a:ext cx="7306056"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885236-21A1-4917-8823-A0C75DDD685E}">
      <dsp:nvSpPr>
        <dsp:cNvPr id="0" name=""/>
        <dsp:cNvSpPr/>
      </dsp:nvSpPr>
      <dsp:spPr>
        <a:xfrm>
          <a:off x="0" y="2446"/>
          <a:ext cx="7306056" cy="834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latin typeface="Calibri" panose="020F0502020204030204" pitchFamily="34" charset="0"/>
            </a:rPr>
            <a:t>Many farmers struggle to know the correct planting time</a:t>
          </a:r>
        </a:p>
      </dsp:txBody>
      <dsp:txXfrm>
        <a:off x="0" y="2446"/>
        <a:ext cx="7306056" cy="834336"/>
      </dsp:txXfrm>
    </dsp:sp>
    <dsp:sp modelId="{71AC19C7-8C31-45C5-9531-FF977ABCF430}">
      <dsp:nvSpPr>
        <dsp:cNvPr id="0" name=""/>
        <dsp:cNvSpPr/>
      </dsp:nvSpPr>
      <dsp:spPr>
        <a:xfrm>
          <a:off x="0" y="836783"/>
          <a:ext cx="7306056" cy="0"/>
        </a:xfrm>
        <a:prstGeom prst="line">
          <a:avLst/>
        </a:prstGeom>
        <a:solidFill>
          <a:schemeClr val="accent2">
            <a:hueOff val="-2073801"/>
            <a:satOff val="-4082"/>
            <a:lumOff val="2549"/>
            <a:alphaOff val="0"/>
          </a:schemeClr>
        </a:solidFill>
        <a:ln w="19050" cap="flat" cmpd="sng" algn="ctr">
          <a:solidFill>
            <a:schemeClr val="accent2">
              <a:hueOff val="-2073801"/>
              <a:satOff val="-4082"/>
              <a:lumOff val="25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793D9A-5C55-40AF-BDAB-B75631B7351A}">
      <dsp:nvSpPr>
        <dsp:cNvPr id="0" name=""/>
        <dsp:cNvSpPr/>
      </dsp:nvSpPr>
      <dsp:spPr>
        <a:xfrm>
          <a:off x="0" y="836783"/>
          <a:ext cx="7306056" cy="834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latin typeface="Calibri" panose="020F0502020204030204" pitchFamily="34" charset="0"/>
            </a:rPr>
            <a:t>Climate change has made seasons  unpredictable</a:t>
          </a:r>
        </a:p>
      </dsp:txBody>
      <dsp:txXfrm>
        <a:off x="0" y="836783"/>
        <a:ext cx="7306056" cy="834336"/>
      </dsp:txXfrm>
    </dsp:sp>
    <dsp:sp modelId="{633F2F05-D799-47DC-AF14-028432B79E69}">
      <dsp:nvSpPr>
        <dsp:cNvPr id="0" name=""/>
        <dsp:cNvSpPr/>
      </dsp:nvSpPr>
      <dsp:spPr>
        <a:xfrm>
          <a:off x="0" y="1671119"/>
          <a:ext cx="7306056" cy="0"/>
        </a:xfrm>
        <a:prstGeom prst="line">
          <a:avLst/>
        </a:prstGeom>
        <a:solidFill>
          <a:schemeClr val="accent2">
            <a:hueOff val="-4147603"/>
            <a:satOff val="-8163"/>
            <a:lumOff val="5098"/>
            <a:alphaOff val="0"/>
          </a:schemeClr>
        </a:solidFill>
        <a:ln w="19050" cap="flat" cmpd="sng" algn="ctr">
          <a:solidFill>
            <a:schemeClr val="accent2">
              <a:hueOff val="-4147603"/>
              <a:satOff val="-8163"/>
              <a:lumOff val="50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699B36-DE64-414A-B4B9-927DCD2D5B31}">
      <dsp:nvSpPr>
        <dsp:cNvPr id="0" name=""/>
        <dsp:cNvSpPr/>
      </dsp:nvSpPr>
      <dsp:spPr>
        <a:xfrm>
          <a:off x="0" y="1671119"/>
          <a:ext cx="7306056" cy="834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latin typeface="Calibri" panose="020F0502020204030204" pitchFamily="34" charset="0"/>
            </a:rPr>
            <a:t>Planting at the wrong time leads to :</a:t>
          </a:r>
        </a:p>
      </dsp:txBody>
      <dsp:txXfrm>
        <a:off x="0" y="1671119"/>
        <a:ext cx="7306056" cy="834336"/>
      </dsp:txXfrm>
    </dsp:sp>
    <dsp:sp modelId="{9A2FC072-48F1-4642-B171-966B9BD7BBCF}">
      <dsp:nvSpPr>
        <dsp:cNvPr id="0" name=""/>
        <dsp:cNvSpPr/>
      </dsp:nvSpPr>
      <dsp:spPr>
        <a:xfrm>
          <a:off x="0" y="2505455"/>
          <a:ext cx="7306056" cy="0"/>
        </a:xfrm>
        <a:prstGeom prst="line">
          <a:avLst/>
        </a:prstGeom>
        <a:solidFill>
          <a:schemeClr val="accent2">
            <a:hueOff val="-6221405"/>
            <a:satOff val="-12245"/>
            <a:lumOff val="7647"/>
            <a:alphaOff val="0"/>
          </a:schemeClr>
        </a:solidFill>
        <a:ln w="19050" cap="flat" cmpd="sng" algn="ctr">
          <a:solidFill>
            <a:schemeClr val="accent2">
              <a:hueOff val="-6221405"/>
              <a:satOff val="-12245"/>
              <a:lumOff val="764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FF7AC8-C17B-4D1C-869D-479DD57874F6}">
      <dsp:nvSpPr>
        <dsp:cNvPr id="0" name=""/>
        <dsp:cNvSpPr/>
      </dsp:nvSpPr>
      <dsp:spPr>
        <a:xfrm>
          <a:off x="0" y="2505456"/>
          <a:ext cx="7306056" cy="834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latin typeface="Calibri" panose="020F0502020204030204" pitchFamily="34" charset="0"/>
            </a:rPr>
            <a:t>Low yield </a:t>
          </a:r>
        </a:p>
      </dsp:txBody>
      <dsp:txXfrm>
        <a:off x="0" y="2505456"/>
        <a:ext cx="7306056" cy="834336"/>
      </dsp:txXfrm>
    </dsp:sp>
    <dsp:sp modelId="{7A6BFBC3-823E-464C-A5C8-42AD3242A3CA}">
      <dsp:nvSpPr>
        <dsp:cNvPr id="0" name=""/>
        <dsp:cNvSpPr/>
      </dsp:nvSpPr>
      <dsp:spPr>
        <a:xfrm>
          <a:off x="0" y="3339792"/>
          <a:ext cx="7306056" cy="0"/>
        </a:xfrm>
        <a:prstGeom prst="line">
          <a:avLst/>
        </a:prstGeom>
        <a:solidFill>
          <a:schemeClr val="accent2">
            <a:hueOff val="-8295206"/>
            <a:satOff val="-16326"/>
            <a:lumOff val="10196"/>
            <a:alphaOff val="0"/>
          </a:schemeClr>
        </a:solidFill>
        <a:ln w="19050" cap="flat" cmpd="sng" algn="ctr">
          <a:solidFill>
            <a:schemeClr val="accent2">
              <a:hueOff val="-8295206"/>
              <a:satOff val="-16326"/>
              <a:lumOff val="101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195CCB-1318-446F-B2FD-3A6430BA0186}">
      <dsp:nvSpPr>
        <dsp:cNvPr id="0" name=""/>
        <dsp:cNvSpPr/>
      </dsp:nvSpPr>
      <dsp:spPr>
        <a:xfrm>
          <a:off x="0" y="3339792"/>
          <a:ext cx="7306056" cy="834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latin typeface="Calibri" panose="020F0502020204030204" pitchFamily="34" charset="0"/>
            </a:rPr>
            <a:t>Financial losses</a:t>
          </a:r>
        </a:p>
      </dsp:txBody>
      <dsp:txXfrm>
        <a:off x="0" y="3339792"/>
        <a:ext cx="7306056" cy="834336"/>
      </dsp:txXfrm>
    </dsp:sp>
    <dsp:sp modelId="{81F175E2-33E5-4046-8CEF-C5C9F218EA33}">
      <dsp:nvSpPr>
        <dsp:cNvPr id="0" name=""/>
        <dsp:cNvSpPr/>
      </dsp:nvSpPr>
      <dsp:spPr>
        <a:xfrm>
          <a:off x="0" y="4174128"/>
          <a:ext cx="7306056" cy="0"/>
        </a:xfrm>
        <a:prstGeom prst="line">
          <a:avLst/>
        </a:prstGeom>
        <a:solidFill>
          <a:schemeClr val="accent2">
            <a:hueOff val="-10369007"/>
            <a:satOff val="-20408"/>
            <a:lumOff val="12745"/>
            <a:alphaOff val="0"/>
          </a:schemeClr>
        </a:solidFill>
        <a:ln w="19050" cap="flat" cmpd="sng" algn="ctr">
          <a:solidFill>
            <a:schemeClr val="accent2">
              <a:hueOff val="-10369007"/>
              <a:satOff val="-20408"/>
              <a:lumOff val="1274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62333E-75DF-476F-A4F8-1A758BC8149C}">
      <dsp:nvSpPr>
        <dsp:cNvPr id="0" name=""/>
        <dsp:cNvSpPr/>
      </dsp:nvSpPr>
      <dsp:spPr>
        <a:xfrm>
          <a:off x="0" y="4174128"/>
          <a:ext cx="7306056" cy="834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latin typeface="Calibri" panose="020F0502020204030204" pitchFamily="34" charset="0"/>
            </a:rPr>
            <a:t>Crop failure </a:t>
          </a:r>
        </a:p>
      </dsp:txBody>
      <dsp:txXfrm>
        <a:off x="0" y="4174128"/>
        <a:ext cx="7306056" cy="83433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1/29/2026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69780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1/29/2026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44187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1/29/2026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6446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1/29/2026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90803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1/29/2026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79923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1/29/2026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0542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1/29/2026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4458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1/29/2026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137040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1/29/2026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98734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1/29/2026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6735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1/29/2026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5523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1/29/2026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23672364"/>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ractor in a field">
            <a:extLst>
              <a:ext uri="{FF2B5EF4-FFF2-40B4-BE49-F238E27FC236}">
                <a16:creationId xmlns:a16="http://schemas.microsoft.com/office/drawing/2014/main" id="{5509DCE2-04E8-CC38-C585-A1AA63FE3C3E}"/>
              </a:ext>
            </a:extLst>
          </p:cNvPr>
          <p:cNvPicPr>
            <a:picLocks noChangeAspect="1"/>
          </p:cNvPicPr>
          <p:nvPr/>
        </p:nvPicPr>
        <p:blipFill>
          <a:blip r:embed="rId2"/>
          <a:srcRect t="7760" b="7970"/>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1E244A44-2944-C8AA-BD7F-DCF04BAD7F2E}"/>
              </a:ext>
            </a:extLst>
          </p:cNvPr>
          <p:cNvSpPr>
            <a:spLocks noGrp="1"/>
          </p:cNvSpPr>
          <p:nvPr>
            <p:ph type="ctrTitle"/>
          </p:nvPr>
        </p:nvSpPr>
        <p:spPr>
          <a:xfrm>
            <a:off x="438910" y="978408"/>
            <a:ext cx="4795819" cy="3969960"/>
          </a:xfrm>
        </p:spPr>
        <p:txBody>
          <a:bodyPr anchor="t">
            <a:normAutofit/>
          </a:bodyPr>
          <a:lstStyle/>
          <a:p>
            <a:pPr>
              <a:lnSpc>
                <a:spcPct val="90000"/>
              </a:lnSpc>
            </a:pPr>
            <a:r>
              <a:rPr lang="en-US" sz="6600"/>
              <a:t>Crop Planting </a:t>
            </a:r>
            <a:r>
              <a:rPr lang="en-US" sz="6600" err="1"/>
              <a:t>Calender</a:t>
            </a:r>
            <a:r>
              <a:rPr lang="en-US" sz="6600"/>
              <a:t> Generator</a:t>
            </a:r>
          </a:p>
        </p:txBody>
      </p:sp>
      <p:sp>
        <p:nvSpPr>
          <p:cNvPr id="3" name="Subtitle 2">
            <a:extLst>
              <a:ext uri="{FF2B5EF4-FFF2-40B4-BE49-F238E27FC236}">
                <a16:creationId xmlns:a16="http://schemas.microsoft.com/office/drawing/2014/main" id="{C363A689-00A9-DA00-1705-D96F48A94CFD}"/>
              </a:ext>
            </a:extLst>
          </p:cNvPr>
          <p:cNvSpPr>
            <a:spLocks noGrp="1"/>
          </p:cNvSpPr>
          <p:nvPr>
            <p:ph type="subTitle" idx="1"/>
          </p:nvPr>
        </p:nvSpPr>
        <p:spPr>
          <a:xfrm>
            <a:off x="438910" y="4948369"/>
            <a:ext cx="4381634" cy="1157436"/>
          </a:xfrm>
        </p:spPr>
        <p:txBody>
          <a:bodyPr anchor="b">
            <a:normAutofit fontScale="92500"/>
          </a:bodyPr>
          <a:lstStyle/>
          <a:p>
            <a:r>
              <a:rPr lang="en-US" sz="2400"/>
              <a:t>Presented by Sibongile Mthombeni </a:t>
            </a:r>
          </a:p>
          <a:p>
            <a:r>
              <a:rPr lang="en-US" sz="2400" err="1"/>
              <a:t>Agritech</a:t>
            </a:r>
            <a:r>
              <a:rPr lang="en-US" sz="2400"/>
              <a:t> </a:t>
            </a:r>
          </a:p>
        </p:txBody>
      </p:sp>
      <p:sp>
        <p:nvSpPr>
          <p:cNvPr id="13" name="Rectangle 12">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91845491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F8B15A-EB7E-A23C-D2ED-28CEC44862CF}"/>
              </a:ext>
            </a:extLst>
          </p:cNvPr>
          <p:cNvSpPr>
            <a:spLocks noGrp="1"/>
          </p:cNvSpPr>
          <p:nvPr>
            <p:ph type="title"/>
          </p:nvPr>
        </p:nvSpPr>
        <p:spPr>
          <a:xfrm>
            <a:off x="521208" y="978408"/>
            <a:ext cx="8732520" cy="1463040"/>
          </a:xfrm>
        </p:spPr>
        <p:txBody>
          <a:bodyPr>
            <a:normAutofit/>
          </a:bodyPr>
          <a:lstStyle/>
          <a:p>
            <a:r>
              <a:rPr lang="en-US"/>
              <a:t>Outline</a:t>
            </a:r>
          </a:p>
        </p:txBody>
      </p:sp>
      <p:sp>
        <p:nvSpPr>
          <p:cNvPr id="15" name="Content Placeholder 2">
            <a:extLst>
              <a:ext uri="{FF2B5EF4-FFF2-40B4-BE49-F238E27FC236}">
                <a16:creationId xmlns:a16="http://schemas.microsoft.com/office/drawing/2014/main" id="{A485D3C0-AEB4-5E94-B4FB-DB722B4555A9}"/>
              </a:ext>
            </a:extLst>
          </p:cNvPr>
          <p:cNvSpPr>
            <a:spLocks noGrp="1"/>
          </p:cNvSpPr>
          <p:nvPr>
            <p:ph idx="1"/>
          </p:nvPr>
        </p:nvSpPr>
        <p:spPr>
          <a:xfrm>
            <a:off x="517870" y="2187388"/>
            <a:ext cx="8732520" cy="4162522"/>
          </a:xfrm>
        </p:spPr>
        <p:txBody>
          <a:bodyPr>
            <a:noAutofit/>
          </a:bodyPr>
          <a:lstStyle/>
          <a:p>
            <a:r>
              <a:rPr lang="en-US" sz="2800">
                <a:latin typeface="Calibri" panose="020F0502020204030204" pitchFamily="34" charset="0"/>
              </a:rPr>
              <a:t>Introduction </a:t>
            </a:r>
          </a:p>
          <a:p>
            <a:r>
              <a:rPr lang="en-US" sz="2800">
                <a:latin typeface="Calibri" panose="020F0502020204030204" pitchFamily="34" charset="0"/>
              </a:rPr>
              <a:t>Problem statement </a:t>
            </a:r>
          </a:p>
          <a:p>
            <a:r>
              <a:rPr lang="en-US" sz="2800">
                <a:latin typeface="Calibri" panose="020F0502020204030204" pitchFamily="34" charset="0"/>
              </a:rPr>
              <a:t>Aim </a:t>
            </a:r>
          </a:p>
          <a:p>
            <a:r>
              <a:rPr lang="en-US" sz="2800">
                <a:latin typeface="Calibri" panose="020F0502020204030204" pitchFamily="34" charset="0"/>
              </a:rPr>
              <a:t>Proposed solution </a:t>
            </a:r>
          </a:p>
          <a:p>
            <a:r>
              <a:rPr lang="en-US" sz="2800">
                <a:latin typeface="Calibri" panose="020F0502020204030204" pitchFamily="34" charset="0"/>
              </a:rPr>
              <a:t>How it works </a:t>
            </a:r>
          </a:p>
          <a:p>
            <a:pPr marL="0" indent="0">
              <a:buNone/>
            </a:pPr>
            <a:r>
              <a:rPr lang="en-US" sz="2800">
                <a:latin typeface="Calibri" panose="020F0502020204030204" pitchFamily="34" charset="0"/>
              </a:rPr>
              <a:t> </a:t>
            </a:r>
          </a:p>
        </p:txBody>
      </p:sp>
    </p:spTree>
    <p:extLst>
      <p:ext uri="{BB962C8B-B14F-4D97-AF65-F5344CB8AC3E}">
        <p14:creationId xmlns:p14="http://schemas.microsoft.com/office/powerpoint/2010/main" val="1140796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F1D1B-7E2E-BE2D-C801-E2E7753CFDB3}"/>
              </a:ext>
            </a:extLst>
          </p:cNvPr>
          <p:cNvSpPr>
            <a:spLocks noGrp="1"/>
          </p:cNvSpPr>
          <p:nvPr>
            <p:ph type="title"/>
          </p:nvPr>
        </p:nvSpPr>
        <p:spPr>
          <a:xfrm>
            <a:off x="521208" y="978408"/>
            <a:ext cx="11155680" cy="4005968"/>
          </a:xfrm>
        </p:spPr>
        <p:txBody>
          <a:bodyPr/>
          <a:lstStyle/>
          <a:p>
            <a:r>
              <a:rPr lang="en-US"/>
              <a:t>Introduction                                                           </a:t>
            </a:r>
          </a:p>
        </p:txBody>
      </p:sp>
      <p:sp>
        <p:nvSpPr>
          <p:cNvPr id="3" name="Content Placeholder 2">
            <a:extLst>
              <a:ext uri="{FF2B5EF4-FFF2-40B4-BE49-F238E27FC236}">
                <a16:creationId xmlns:a16="http://schemas.microsoft.com/office/drawing/2014/main" id="{87D04920-5377-A83B-84E5-131C9E98D313}"/>
              </a:ext>
            </a:extLst>
          </p:cNvPr>
          <p:cNvSpPr>
            <a:spLocks noGrp="1"/>
          </p:cNvSpPr>
          <p:nvPr>
            <p:ph idx="1"/>
          </p:nvPr>
        </p:nvSpPr>
        <p:spPr>
          <a:xfrm>
            <a:off x="515112" y="1948329"/>
            <a:ext cx="8593029" cy="7397615"/>
          </a:xfrm>
        </p:spPr>
        <p:txBody>
          <a:bodyPr anchor="t">
            <a:normAutofit/>
          </a:bodyPr>
          <a:lstStyle/>
          <a:p>
            <a:pPr marL="0" indent="0">
              <a:buNone/>
            </a:pPr>
            <a:r>
              <a:rPr lang="en-US" sz="2800">
                <a:latin typeface="Calibri" panose="020F0502020204030204" pitchFamily="34" charset="0"/>
              </a:rPr>
              <a:t>Farmers  often face challenges  in choosing the correct planting time  due to unpredictable weather and seasonal changes. The  crop planting calendar generator helps farmers to determine the best planting and harvesting Periods based on crop type and location leading to Improve</a:t>
            </a:r>
            <a:r>
              <a:rPr lang="en-US" sz="2400">
                <a:latin typeface="Calibri" panose="020F0502020204030204" pitchFamily="34" charset="0"/>
              </a:rPr>
              <a:t> </a:t>
            </a:r>
            <a:r>
              <a:rPr lang="en-US" sz="2800">
                <a:latin typeface="Calibri" panose="020F0502020204030204" pitchFamily="34" charset="0"/>
              </a:rPr>
              <a:t>yield and reduced financial losses.</a:t>
            </a:r>
          </a:p>
        </p:txBody>
      </p:sp>
    </p:spTree>
    <p:extLst>
      <p:ext uri="{BB962C8B-B14F-4D97-AF65-F5344CB8AC3E}">
        <p14:creationId xmlns:p14="http://schemas.microsoft.com/office/powerpoint/2010/main" val="2750057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188864"/>
            <a:ext cx="1115625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E2981E-9710-9BA9-F3FC-3D4B630AFB94}"/>
              </a:ext>
            </a:extLst>
          </p:cNvPr>
          <p:cNvSpPr>
            <a:spLocks noGrp="1"/>
          </p:cNvSpPr>
          <p:nvPr>
            <p:ph type="title"/>
          </p:nvPr>
        </p:nvSpPr>
        <p:spPr>
          <a:xfrm>
            <a:off x="521208" y="978408"/>
            <a:ext cx="3154680" cy="4069080"/>
          </a:xfrm>
        </p:spPr>
        <p:txBody>
          <a:bodyPr>
            <a:normAutofit/>
          </a:bodyPr>
          <a:lstStyle/>
          <a:p>
            <a:r>
              <a:rPr lang="en-US" sz="4000"/>
              <a:t>Problem statement </a:t>
            </a:r>
          </a:p>
        </p:txBody>
      </p:sp>
      <p:graphicFrame>
        <p:nvGraphicFramePr>
          <p:cNvPr id="5" name="Content Placeholder 2">
            <a:extLst>
              <a:ext uri="{FF2B5EF4-FFF2-40B4-BE49-F238E27FC236}">
                <a16:creationId xmlns:a16="http://schemas.microsoft.com/office/drawing/2014/main" id="{2C64A3B0-6A9F-EFB5-6B41-77C7448C0199}"/>
              </a:ext>
            </a:extLst>
          </p:cNvPr>
          <p:cNvGraphicFramePr>
            <a:graphicFrameLocks noGrp="1"/>
          </p:cNvGraphicFramePr>
          <p:nvPr>
            <p:ph idx="1"/>
            <p:extLst>
              <p:ext uri="{D42A27DB-BD31-4B8C-83A1-F6EECF244321}">
                <p14:modId xmlns:p14="http://schemas.microsoft.com/office/powerpoint/2010/main" val="556326771"/>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4120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E65D55-1EFB-4927-C5A4-DE0352D6AD1F}"/>
              </a:ext>
            </a:extLst>
          </p:cNvPr>
          <p:cNvSpPr>
            <a:spLocks noGrp="1"/>
          </p:cNvSpPr>
          <p:nvPr>
            <p:ph type="title"/>
          </p:nvPr>
        </p:nvSpPr>
        <p:spPr>
          <a:xfrm>
            <a:off x="521208" y="978408"/>
            <a:ext cx="6263640" cy="1463040"/>
          </a:xfrm>
        </p:spPr>
        <p:txBody>
          <a:bodyPr>
            <a:normAutofit/>
          </a:bodyPr>
          <a:lstStyle/>
          <a:p>
            <a:r>
              <a:rPr lang="en-US"/>
              <a:t>Aim </a:t>
            </a:r>
          </a:p>
        </p:txBody>
      </p:sp>
      <p:sp>
        <p:nvSpPr>
          <p:cNvPr id="12" name="Freeform: Shape 11">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9D6A11CF-463E-1F0A-BFA7-A2906A131888}"/>
              </a:ext>
            </a:extLst>
          </p:cNvPr>
          <p:cNvSpPr>
            <a:spLocks noGrp="1"/>
          </p:cNvSpPr>
          <p:nvPr>
            <p:ph idx="1"/>
          </p:nvPr>
        </p:nvSpPr>
        <p:spPr>
          <a:xfrm>
            <a:off x="521208" y="2578608"/>
            <a:ext cx="6263640" cy="3767328"/>
          </a:xfrm>
        </p:spPr>
        <p:txBody>
          <a:bodyPr>
            <a:normAutofit/>
          </a:bodyPr>
          <a:lstStyle/>
          <a:p>
            <a:r>
              <a:rPr lang="en-US" sz="3200">
                <a:latin typeface="Calibri" panose="020F0502020204030204" pitchFamily="34" charset="0"/>
                <a:cs typeface="Calibri" panose="020F0502020204030204" pitchFamily="34" charset="0"/>
              </a:rPr>
              <a:t>To develop a website that helps farmers to determine the best planting and harvesting time based on location and season</a:t>
            </a:r>
          </a:p>
          <a:p>
            <a:r>
              <a:rPr lang="en-US" sz="3200">
                <a:latin typeface="Calibri" panose="020F0502020204030204" pitchFamily="34" charset="0"/>
                <a:cs typeface="Calibri" panose="020F0502020204030204" pitchFamily="34" charset="0"/>
              </a:rPr>
              <a:t>To improve crop productivity  </a:t>
            </a:r>
          </a:p>
          <a:p>
            <a:pPr marL="0" indent="0">
              <a:buNone/>
            </a:pPr>
            <a:endParaRPr lang="en-US" sz="280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AD14E109-5418-AAC6-BA2A-5D8146E6D9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0306" y="2762487"/>
            <a:ext cx="5314950" cy="3767328"/>
          </a:xfrm>
          <a:prstGeom prst="rect">
            <a:avLst/>
          </a:prstGeom>
        </p:spPr>
      </p:pic>
    </p:spTree>
    <p:extLst>
      <p:ext uri="{BB962C8B-B14F-4D97-AF65-F5344CB8AC3E}">
        <p14:creationId xmlns:p14="http://schemas.microsoft.com/office/powerpoint/2010/main" val="767506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1ABDA4C-062F-4E88-A079-2279A6477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E83403-3DCD-30CE-777A-2A06ADCC5086}"/>
              </a:ext>
            </a:extLst>
          </p:cNvPr>
          <p:cNvSpPr>
            <a:spLocks noGrp="1"/>
          </p:cNvSpPr>
          <p:nvPr>
            <p:ph type="title"/>
          </p:nvPr>
        </p:nvSpPr>
        <p:spPr>
          <a:xfrm>
            <a:off x="521208" y="978408"/>
            <a:ext cx="6309360" cy="1463040"/>
          </a:xfrm>
        </p:spPr>
        <p:txBody>
          <a:bodyPr>
            <a:normAutofit/>
          </a:bodyPr>
          <a:lstStyle/>
          <a:p>
            <a:r>
              <a:rPr lang="en-US"/>
              <a:t>Proposed solution </a:t>
            </a:r>
          </a:p>
        </p:txBody>
      </p:sp>
      <p:sp>
        <p:nvSpPr>
          <p:cNvPr id="3" name="Content Placeholder 2">
            <a:extLst>
              <a:ext uri="{FF2B5EF4-FFF2-40B4-BE49-F238E27FC236}">
                <a16:creationId xmlns:a16="http://schemas.microsoft.com/office/drawing/2014/main" id="{54119946-11FE-4271-86AD-F5765D0E56C8}"/>
              </a:ext>
            </a:extLst>
          </p:cNvPr>
          <p:cNvSpPr>
            <a:spLocks noGrp="1"/>
          </p:cNvSpPr>
          <p:nvPr>
            <p:ph idx="1"/>
          </p:nvPr>
        </p:nvSpPr>
        <p:spPr>
          <a:xfrm>
            <a:off x="521207" y="2578608"/>
            <a:ext cx="9256973" cy="3767328"/>
          </a:xfrm>
        </p:spPr>
        <p:txBody>
          <a:bodyPr>
            <a:normAutofit/>
          </a:bodyPr>
          <a:lstStyle/>
          <a:p>
            <a:r>
              <a:rPr lang="en-US" sz="2800">
                <a:latin typeface="Calibri" panose="020F0502020204030204" pitchFamily="34" charset="0"/>
              </a:rPr>
              <a:t>It is a  rule-based logic that generates planting schedules </a:t>
            </a:r>
          </a:p>
          <a:p>
            <a:r>
              <a:rPr lang="en-US" sz="2800">
                <a:latin typeface="Calibri" panose="020F0502020204030204" pitchFamily="34" charset="0"/>
              </a:rPr>
              <a:t>Allows farmers to select crop type and region </a:t>
            </a:r>
          </a:p>
          <a:p>
            <a:r>
              <a:rPr lang="en-US" sz="2800">
                <a:latin typeface="Calibri" panose="020F0502020204030204" pitchFamily="34" charset="0"/>
              </a:rPr>
              <a:t>Generates recommended planting and harvesting dates  </a:t>
            </a:r>
          </a:p>
        </p:txBody>
      </p:sp>
    </p:spTree>
    <p:extLst>
      <p:ext uri="{BB962C8B-B14F-4D97-AF65-F5344CB8AC3E}">
        <p14:creationId xmlns:p14="http://schemas.microsoft.com/office/powerpoint/2010/main" val="3121667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6E8D28-C8C5-C968-F552-04D8E201E748}"/>
              </a:ext>
            </a:extLst>
          </p:cNvPr>
          <p:cNvSpPr>
            <a:spLocks noGrp="1"/>
          </p:cNvSpPr>
          <p:nvPr>
            <p:ph type="title"/>
          </p:nvPr>
        </p:nvSpPr>
        <p:spPr>
          <a:xfrm>
            <a:off x="4602622" y="582729"/>
            <a:ext cx="3743123" cy="134270"/>
          </a:xfrm>
        </p:spPr>
        <p:txBody>
          <a:bodyPr>
            <a:normAutofit fontScale="90000"/>
          </a:bodyPr>
          <a:lstStyle/>
          <a:p>
            <a:r>
              <a:rPr lang="en-US"/>
              <a:t>How it works </a:t>
            </a:r>
          </a:p>
        </p:txBody>
      </p:sp>
      <p:pic>
        <p:nvPicPr>
          <p:cNvPr id="7" name="Graphic 6" descr="Bee with hive">
            <a:extLst>
              <a:ext uri="{FF2B5EF4-FFF2-40B4-BE49-F238E27FC236}">
                <a16:creationId xmlns:a16="http://schemas.microsoft.com/office/drawing/2014/main" id="{ACFA505F-77E5-7C66-1296-5B9CB55CD6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7867" y="947138"/>
            <a:ext cx="4959823" cy="4959823"/>
          </a:xfrm>
          <a:prstGeom prst="rect">
            <a:avLst/>
          </a:prstGeom>
        </p:spPr>
      </p:pic>
      <p:sp>
        <p:nvSpPr>
          <p:cNvPr id="12" name="Freeform: Shape 11">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8484" y="508090"/>
            <a:ext cx="5513832"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ontent Placeholder 3">
            <a:extLst>
              <a:ext uri="{FF2B5EF4-FFF2-40B4-BE49-F238E27FC236}">
                <a16:creationId xmlns:a16="http://schemas.microsoft.com/office/drawing/2014/main" id="{ED968703-11FE-5D7D-BAF4-467AB8D6CC7F}"/>
              </a:ext>
            </a:extLst>
          </p:cNvPr>
          <p:cNvSpPr>
            <a:spLocks noGrp="1"/>
          </p:cNvSpPr>
          <p:nvPr>
            <p:ph idx="1"/>
          </p:nvPr>
        </p:nvSpPr>
        <p:spPr>
          <a:xfrm>
            <a:off x="4876799" y="1844203"/>
            <a:ext cx="6429547" cy="3767328"/>
          </a:xfrm>
        </p:spPr>
        <p:txBody>
          <a:bodyPr>
            <a:normAutofit/>
          </a:bodyPr>
          <a:lstStyle/>
          <a:p>
            <a:r>
              <a:rPr lang="en-US" sz="2800">
                <a:latin typeface="Calibri" panose="020F0502020204030204" pitchFamily="34" charset="0"/>
              </a:rPr>
              <a:t>The user selects the location and crop type </a:t>
            </a:r>
          </a:p>
          <a:p>
            <a:r>
              <a:rPr lang="en-US" sz="2800">
                <a:latin typeface="Calibri" panose="020F0502020204030204" pitchFamily="34" charset="0"/>
              </a:rPr>
              <a:t>The system uses seasonal rules based on location and crop type </a:t>
            </a:r>
          </a:p>
          <a:p>
            <a:r>
              <a:rPr lang="en-US" sz="2800">
                <a:latin typeface="Calibri" panose="020F0502020204030204" pitchFamily="34" charset="0"/>
              </a:rPr>
              <a:t>The system applies seasonal and region-based rule from the selected  crop </a:t>
            </a:r>
          </a:p>
          <a:p>
            <a:r>
              <a:rPr lang="en-US" sz="2800">
                <a:latin typeface="Calibri" panose="020F0502020204030204" pitchFamily="34" charset="0"/>
              </a:rPr>
              <a:t>Results are displayed to the user</a:t>
            </a:r>
          </a:p>
        </p:txBody>
      </p:sp>
    </p:spTree>
    <p:extLst>
      <p:ext uri="{BB962C8B-B14F-4D97-AF65-F5344CB8AC3E}">
        <p14:creationId xmlns:p14="http://schemas.microsoft.com/office/powerpoint/2010/main" val="436806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5D2B-FEFF-4A45-DD47-931326571690}"/>
              </a:ext>
            </a:extLst>
          </p:cNvPr>
          <p:cNvSpPr>
            <a:spLocks noGrp="1"/>
          </p:cNvSpPr>
          <p:nvPr>
            <p:ph type="title"/>
          </p:nvPr>
        </p:nvSpPr>
        <p:spPr/>
        <p:txBody>
          <a:bodyPr/>
          <a:lstStyle/>
          <a:p>
            <a:r>
              <a:rPr lang="en-US"/>
              <a:t>Target users </a:t>
            </a:r>
          </a:p>
        </p:txBody>
      </p:sp>
      <p:sp>
        <p:nvSpPr>
          <p:cNvPr id="3" name="Content Placeholder 2">
            <a:extLst>
              <a:ext uri="{FF2B5EF4-FFF2-40B4-BE49-F238E27FC236}">
                <a16:creationId xmlns:a16="http://schemas.microsoft.com/office/drawing/2014/main" id="{269C0856-B1C7-CBAB-C57B-A043580B1337}"/>
              </a:ext>
            </a:extLst>
          </p:cNvPr>
          <p:cNvSpPr>
            <a:spLocks noGrp="1"/>
          </p:cNvSpPr>
          <p:nvPr>
            <p:ph idx="1"/>
          </p:nvPr>
        </p:nvSpPr>
        <p:spPr>
          <a:xfrm>
            <a:off x="521208" y="2446229"/>
            <a:ext cx="9907853" cy="2783960"/>
          </a:xfrm>
        </p:spPr>
        <p:txBody>
          <a:bodyPr>
            <a:normAutofit/>
          </a:bodyPr>
          <a:lstStyle/>
          <a:p>
            <a:r>
              <a:rPr lang="en-US" sz="2800">
                <a:latin typeface="Calibri" panose="020F0502020204030204" pitchFamily="34" charset="0"/>
              </a:rPr>
              <a:t>Small-scale farmers </a:t>
            </a:r>
          </a:p>
          <a:p>
            <a:r>
              <a:rPr lang="en-US" sz="2800">
                <a:latin typeface="Calibri" panose="020F0502020204030204" pitchFamily="34" charset="0"/>
              </a:rPr>
              <a:t>Emerging and commercial farmers </a:t>
            </a:r>
          </a:p>
          <a:p>
            <a:r>
              <a:rPr lang="en-US" sz="2800">
                <a:latin typeface="Calibri" panose="020F0502020204030204" pitchFamily="34" charset="0"/>
              </a:rPr>
              <a:t>Agricultural extension officers</a:t>
            </a:r>
          </a:p>
          <a:p>
            <a:r>
              <a:rPr lang="en-US" sz="2800">
                <a:latin typeface="Calibri" panose="020F0502020204030204" pitchFamily="34" charset="0"/>
              </a:rPr>
              <a:t>Farming cooperates and NGOs </a:t>
            </a:r>
          </a:p>
        </p:txBody>
      </p:sp>
    </p:spTree>
    <p:extLst>
      <p:ext uri="{BB962C8B-B14F-4D97-AF65-F5344CB8AC3E}">
        <p14:creationId xmlns:p14="http://schemas.microsoft.com/office/powerpoint/2010/main" val="490752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AE24E-5856-A07D-95A0-161DD82EDD05}"/>
              </a:ext>
            </a:extLst>
          </p:cNvPr>
          <p:cNvSpPr>
            <a:spLocks noGrp="1"/>
          </p:cNvSpPr>
          <p:nvPr>
            <p:ph type="title"/>
          </p:nvPr>
        </p:nvSpPr>
        <p:spPr/>
        <p:txBody>
          <a:bodyPr/>
          <a:lstStyle/>
          <a:p>
            <a:r>
              <a:rPr lang="en-US"/>
              <a:t>Conclusion </a:t>
            </a:r>
          </a:p>
        </p:txBody>
      </p:sp>
      <p:sp>
        <p:nvSpPr>
          <p:cNvPr id="3" name="Content Placeholder 2">
            <a:extLst>
              <a:ext uri="{FF2B5EF4-FFF2-40B4-BE49-F238E27FC236}">
                <a16:creationId xmlns:a16="http://schemas.microsoft.com/office/drawing/2014/main" id="{2ECCE79A-88EA-549F-3945-33F846B3385A}"/>
              </a:ext>
            </a:extLst>
          </p:cNvPr>
          <p:cNvSpPr>
            <a:spLocks noGrp="1"/>
          </p:cNvSpPr>
          <p:nvPr>
            <p:ph idx="1"/>
          </p:nvPr>
        </p:nvSpPr>
        <p:spPr>
          <a:xfrm>
            <a:off x="521209" y="2578608"/>
            <a:ext cx="9169330" cy="3767328"/>
          </a:xfrm>
        </p:spPr>
        <p:txBody>
          <a:bodyPr>
            <a:normAutofit/>
          </a:bodyPr>
          <a:lstStyle/>
          <a:p>
            <a:r>
              <a:rPr lang="en-US" sz="2800">
                <a:latin typeface="Calibri" panose="020F0502020204030204" pitchFamily="34" charset="0"/>
                <a:cs typeface="Calibri" panose="020F0502020204030204" pitchFamily="34" charset="0"/>
              </a:rPr>
              <a:t>The Crop Planting Calendar Generator helps farmers choose the right planting time based on seasonal and regional conditions. It reduces the risk of crop failure, supports better planning, and improves productivity. This project shows how technology can support smarter and more sustainable farming decisions</a:t>
            </a:r>
          </a:p>
        </p:txBody>
      </p:sp>
    </p:spTree>
    <p:extLst>
      <p:ext uri="{BB962C8B-B14F-4D97-AF65-F5344CB8AC3E}">
        <p14:creationId xmlns:p14="http://schemas.microsoft.com/office/powerpoint/2010/main" val="764657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9" name="Rectangle 18">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erial view of a highway near the ocean">
            <a:extLst>
              <a:ext uri="{FF2B5EF4-FFF2-40B4-BE49-F238E27FC236}">
                <a16:creationId xmlns:a16="http://schemas.microsoft.com/office/drawing/2014/main" id="{30569373-881B-B24F-4464-404B7877C224}"/>
              </a:ext>
            </a:extLst>
          </p:cNvPr>
          <p:cNvPicPr>
            <a:picLocks noChangeAspect="1"/>
          </p:cNvPicPr>
          <p:nvPr/>
        </p:nvPicPr>
        <p:blipFill>
          <a:blip r:embed="rId2"/>
          <a:srcRect t="7709" r="6" b="17228"/>
          <a:stretch>
            <a:fillRect/>
          </a:stretch>
        </p:blipFill>
        <p:spPr>
          <a:xfrm>
            <a:off x="20" y="10"/>
            <a:ext cx="12188932" cy="6857990"/>
          </a:xfrm>
          <a:prstGeom prst="rect">
            <a:avLst/>
          </a:prstGeom>
        </p:spPr>
      </p:pic>
      <p:sp>
        <p:nvSpPr>
          <p:cNvPr id="21" name="Rectangle 20">
            <a:extLst>
              <a:ext uri="{FF2B5EF4-FFF2-40B4-BE49-F238E27FC236}">
                <a16:creationId xmlns:a16="http://schemas.microsoft.com/office/drawing/2014/main" id="{637992A9-1E8C-4E57-B4F4-EE2D38E50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156096-8F9F-4058-95F3-E291A0B6F7CA}"/>
              </a:ext>
            </a:extLst>
          </p:cNvPr>
          <p:cNvSpPr>
            <a:spLocks noGrp="1"/>
          </p:cNvSpPr>
          <p:nvPr>
            <p:ph type="title"/>
          </p:nvPr>
        </p:nvSpPr>
        <p:spPr>
          <a:xfrm>
            <a:off x="517870" y="978407"/>
            <a:ext cx="5021182" cy="3309511"/>
          </a:xfrm>
        </p:spPr>
        <p:txBody>
          <a:bodyPr vert="horz" lIns="91440" tIns="45720" rIns="91440" bIns="45720" rtlCol="0" anchor="t">
            <a:normAutofit/>
          </a:bodyPr>
          <a:lstStyle/>
          <a:p>
            <a:r>
              <a:rPr lang="en-US" sz="6000">
                <a:solidFill>
                  <a:srgbClr val="FFFFFF"/>
                </a:solidFill>
              </a:rPr>
              <a:t>Thank you</a:t>
            </a:r>
          </a:p>
        </p:txBody>
      </p:sp>
      <p:sp>
        <p:nvSpPr>
          <p:cNvPr id="22" name="Rectangle 21">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82286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0</TotalTime>
  <Words>255</Words>
  <Application>Microsoft Office PowerPoint</Application>
  <PresentationFormat>Widescreen</PresentationFormat>
  <Paragraphs>39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Bierstadt</vt:lpstr>
      <vt:lpstr>Calibri</vt:lpstr>
      <vt:lpstr>Neue Haas Grotesk Text Pro</vt:lpstr>
      <vt:lpstr>GestaltVTI</vt:lpstr>
      <vt:lpstr>Crop Planting Calender Generator</vt:lpstr>
      <vt:lpstr>Outline</vt:lpstr>
      <vt:lpstr>Introduction                                                           </vt:lpstr>
      <vt:lpstr>Problem statement </vt:lpstr>
      <vt:lpstr>Aim </vt:lpstr>
      <vt:lpstr>Proposed solution </vt:lpstr>
      <vt:lpstr>How it works </vt:lpstr>
      <vt:lpstr>Target users </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Planting Calender Generator</dc:title>
  <dc:creator>Sibongile Mthombeni</dc:creator>
  <cp:lastModifiedBy>Sibongile Mthombeni</cp:lastModifiedBy>
  <cp:revision>1</cp:revision>
  <dcterms:created xsi:type="dcterms:W3CDTF">2026-01-27T08:27:04Z</dcterms:created>
  <dcterms:modified xsi:type="dcterms:W3CDTF">2026-01-29T13:16:58Z</dcterms:modified>
</cp:coreProperties>
</file>